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84AA30-90F4-181D-5833-1CC3E4BD9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282083-02BE-8DA9-D973-08980CE31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934010-BF00-5ECF-9555-B8BA02A4D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75BE-CB4A-40A8-8D4A-46F74AB190BF}" type="datetimeFigureOut">
              <a:rPr kumimoji="1" lang="ja-JP" altLang="en-US" smtClean="0"/>
              <a:t>2025/6/17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D909EB-C40F-85A2-E365-3DF850C50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151DFD-B358-56B7-5BE9-196644E7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26527-D577-4606-9010-F464BD0A15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7486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D82594-9E62-839E-D68B-829AA34F1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CD46E1-F623-3DF6-D1C0-270FCB1A6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877635-1068-C73F-4E6E-398B3E5C8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75BE-CB4A-40A8-8D4A-46F74AB190BF}" type="datetimeFigureOut">
              <a:rPr kumimoji="1" lang="ja-JP" altLang="en-US" smtClean="0"/>
              <a:t>2025/6/17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1DD8F9-E129-A73A-83C2-E7272F30E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78D4E3-7218-C79E-506D-67540688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26527-D577-4606-9010-F464BD0A15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245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5DF330-D720-6A44-8F01-6F324FA96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E5B267-41A1-3151-5D79-EBE4ABB61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55B3DF-0DE2-66D5-F141-C943FE03A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75BE-CB4A-40A8-8D4A-46F74AB190BF}" type="datetimeFigureOut">
              <a:rPr kumimoji="1" lang="ja-JP" altLang="en-US" smtClean="0"/>
              <a:t>2025/6/17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074E84-D5EB-867D-0282-CA1A999A9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A8CD1D-3331-12C4-423E-C0F5EA52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26527-D577-4606-9010-F464BD0A15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7283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D42998-6B5B-37C5-1DF5-FF02DF16C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B9892F-D42A-9DB9-C659-D3B1067AD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397B5D0-49A4-D776-AADA-D89E6C7C0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25E40A-ECB9-78E7-40A0-3FCEE04B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75BE-CB4A-40A8-8D4A-46F74AB190BF}" type="datetimeFigureOut">
              <a:rPr kumimoji="1" lang="ja-JP" altLang="en-US" smtClean="0"/>
              <a:t>2025/6/17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16F4D5-E5B2-1FAE-433C-16152FDB7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AD26D5-08EA-64FD-C166-6534936E2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26527-D577-4606-9010-F464BD0A15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0606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FEBC66-17BF-3FDB-CCF3-2627B108B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31E19B-A0BB-B0CA-A0A2-E5D3BF978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B43A830-D4F6-345F-7E5E-E65687FB4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F992B05-EBDB-5C3B-040E-F7F68D8F27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9BE8C64-6272-CAE4-8AD7-0402131E7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DC8370A-F709-CE1B-68A5-932929FE3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75BE-CB4A-40A8-8D4A-46F74AB190BF}" type="datetimeFigureOut">
              <a:rPr kumimoji="1" lang="ja-JP" altLang="en-US" smtClean="0"/>
              <a:t>2025/6/17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2857468-3AD7-0B89-AFB0-3E1A8E8E4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F364AED-4910-27F2-72AB-56785DB5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26527-D577-4606-9010-F464BD0A15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4385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74385C-61A5-1D65-4CE0-B3478A3D7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DB7E5AD-4C6E-EB57-2531-1151F06AC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75BE-CB4A-40A8-8D4A-46F74AB190BF}" type="datetimeFigureOut">
              <a:rPr kumimoji="1" lang="ja-JP" altLang="en-US" smtClean="0"/>
              <a:t>2025/6/17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5203FDA-A2CD-BFE9-59EC-4B30E9B5E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9EE31CC-FC88-6BAB-147D-13F65E0F7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26527-D577-4606-9010-F464BD0A15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5471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241EFED-581B-AF08-B53D-AF85764A9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75BE-CB4A-40A8-8D4A-46F74AB190BF}" type="datetimeFigureOut">
              <a:rPr kumimoji="1" lang="ja-JP" altLang="en-US" smtClean="0"/>
              <a:t>2025/6/17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CC3E31-8F53-43E1-A105-960075A08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0A7603-67FF-CD44-04D9-E1BA463A9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26527-D577-4606-9010-F464BD0A15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494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F9639C-A9E4-DB51-68F7-C7B07A4E3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75DD90-AF05-5CAD-1968-6E6373D97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C2A6285-9D95-4A90-8144-920A917DE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5BF581-17FF-D3AE-8724-F5FBA12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75BE-CB4A-40A8-8D4A-46F74AB190BF}" type="datetimeFigureOut">
              <a:rPr kumimoji="1" lang="ja-JP" altLang="en-US" smtClean="0"/>
              <a:t>2025/6/17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93ECEB-37A4-6B95-D35D-C58EC19E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508917-21E9-E269-C106-8931A768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26527-D577-4606-9010-F464BD0A15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668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CBD13D-63DB-3D03-BC5D-1701543DB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AC14435-0993-FF85-1822-9116EAC06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ADBBFEC-1EAA-9E07-1C3E-28F262781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C0FDE0-0B97-B5F8-484B-2DF2571A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75BE-CB4A-40A8-8D4A-46F74AB190BF}" type="datetimeFigureOut">
              <a:rPr kumimoji="1" lang="ja-JP" altLang="en-US" smtClean="0"/>
              <a:t>2025/6/17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969C5D-28C7-2D9E-C956-6C83ACCA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AC66E0-01A5-ECC4-B91A-53AC02C52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26527-D577-4606-9010-F464BD0A15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725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7FAA7C-EE51-E938-BA48-4FA32CDCF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A9CDC25-F327-41A2-675F-99B9F02EC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0A0C5D-580E-EDA2-2EE4-EBAC7EFB2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75BE-CB4A-40A8-8D4A-46F74AB190BF}" type="datetimeFigureOut">
              <a:rPr kumimoji="1" lang="ja-JP" altLang="en-US" smtClean="0"/>
              <a:t>2025/6/17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BE99DE-5200-FD3C-D796-62BE2D0D9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2DDD57-33C6-5181-1F35-2F6C15577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26527-D577-4606-9010-F464BD0A15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48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2606198-682F-2DFE-75FB-348B32838A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B319A2B-AEA1-6D39-D5D3-059C863C3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21B2C0-E0E4-4063-2126-CC0ADBB0B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75BE-CB4A-40A8-8D4A-46F74AB190BF}" type="datetimeFigureOut">
              <a:rPr kumimoji="1" lang="ja-JP" altLang="en-US" smtClean="0"/>
              <a:t>2025/6/17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9D2197-CD47-D9C9-CD60-A5534791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2A1821-E21D-8BE2-36C5-5172EF7B7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26527-D577-4606-9010-F464BD0A15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58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7A64F3C-6CF7-2504-BF7F-E01424B2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C28528-5C13-DF58-6D33-39D4793E8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BAB3E7-04C2-8A9B-6AA2-1ED54D0199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575BE-CB4A-40A8-8D4A-46F74AB190BF}" type="datetimeFigureOut">
              <a:rPr kumimoji="1" lang="ja-JP" altLang="en-US" smtClean="0"/>
              <a:t>2025/6/17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142DBE-FE25-6332-7334-F0F406AB2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DE4720-D8F1-161A-3225-2515219DA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26527-D577-4606-9010-F464BD0A15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2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E53C28-2D48-CC39-FE74-4480A7E3A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0BCEB15-CDA3-C00C-B8B4-C4677080FB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BFF200D-35FE-84FB-C209-9EEC88244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195" y="1418246"/>
            <a:ext cx="3675431" cy="367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5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海音 本田</dc:creator>
  <cp:lastModifiedBy>海音 本田</cp:lastModifiedBy>
  <cp:revision>1</cp:revision>
  <dcterms:created xsi:type="dcterms:W3CDTF">2025-06-17T06:22:02Z</dcterms:created>
  <dcterms:modified xsi:type="dcterms:W3CDTF">2025-06-17T06:22:34Z</dcterms:modified>
</cp:coreProperties>
</file>